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yaoxin guo" initials="yg" lastIdx="1" clrIdx="0">
    <p:extLst>
      <p:ext uri="{19B8F6BF-5375-455C-9EA6-DF929625EA0E}">
        <p15:presenceInfo xmlns:p15="http://schemas.microsoft.com/office/powerpoint/2012/main" userId="0e8bba7b26a5a9f6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20" y="22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commentAuthors" Target="commentAuthors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1730B4-246A-2435-3448-27E11E1CA0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AC74D5A-60A3-BD47-B5EE-BE342E8E8C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7CD0A84-69B4-D34F-2692-659412034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1EEC9-369D-459B-95FF-1102A77A3685}" type="datetimeFigureOut">
              <a:rPr lang="zh-CN" altLang="en-US" smtClean="0"/>
              <a:t>2026/2/24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5D72E55-E026-79C5-88D2-A01575DDB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86C871A-7E5A-8C6C-6075-F5D29DAA9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BA35B-706C-466E-8690-7D25FD3090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98901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070441-0DF7-0F65-87CF-094B6F373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2118356-A05E-3CB9-8CC1-225D006175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EF20B60-C016-D7F5-682C-8809999A5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1EEC9-369D-459B-95FF-1102A77A3685}" type="datetimeFigureOut">
              <a:rPr lang="zh-CN" altLang="en-US" smtClean="0"/>
              <a:t>2026/2/24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31EE600-27BA-0700-FDB8-E27157C44F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2917E5D-7560-4E57-566D-0D2426497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BA35B-706C-466E-8690-7D25FD3090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13485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DB7EDC-4BC9-2032-0CB6-3201D5227E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B30D81B-C823-54C2-C3AC-31B3833743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E51E6EC-4192-CD36-8E70-10FD4BB5EB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1EEC9-369D-459B-95FF-1102A77A3685}" type="datetimeFigureOut">
              <a:rPr lang="zh-CN" altLang="en-US" smtClean="0"/>
              <a:t>2026/2/24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6E13A82-C9AA-630A-DEEA-6DB109760B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E2F4A52-FA32-2A84-11AD-163ADD55A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BA35B-706C-466E-8690-7D25FD3090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24906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1ABDEF-04BE-58EB-CBEB-DC7B940C0B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3FA69EB-9177-B537-66F1-E712EF35D2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547019A-C015-9D55-7F7B-DB7028E5E2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DF1EABF-D772-C7D3-E540-7B78E2901D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1EEC9-369D-459B-95FF-1102A77A3685}" type="datetimeFigureOut">
              <a:rPr lang="zh-CN" altLang="en-US" smtClean="0"/>
              <a:t>2026/2/24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B264E7C-EC84-973F-DCA4-3A95BD886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0B880BE-44D3-489D-054B-3BA6215D8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BA35B-706C-466E-8690-7D25FD3090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05282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36085B-1048-06EF-5C3C-BF1E17F4D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30D09B0-02B0-07B0-28A7-A8C379F2EB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83F54C6-0F16-2062-8121-CE73F30B25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F766A83-3D2E-1A63-D5CB-60F071CC01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232D371-BC91-2E71-F35F-26875CB97A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096F885-FA39-911F-12A7-48E5F0E56D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1EEC9-369D-459B-95FF-1102A77A3685}" type="datetimeFigureOut">
              <a:rPr lang="zh-CN" altLang="en-US" smtClean="0"/>
              <a:t>2026/2/24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98934C1-8DEA-9CEC-CE77-BD0CB67B2E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0CD6E8C-DF21-9E73-592B-F76295AB1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BA35B-706C-466E-8690-7D25FD3090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13098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240B9C-459E-3133-0B7C-6FACC5017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E6EF890-5576-E656-5F21-D29CC01F6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1EEC9-369D-459B-95FF-1102A77A3685}" type="datetimeFigureOut">
              <a:rPr lang="zh-CN" altLang="en-US" smtClean="0"/>
              <a:t>2026/2/24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0FF0FF8-C34D-B6AA-13B9-578F40FCB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A4C8B45-1EB4-2703-C900-21D10385D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BA35B-706C-466E-8690-7D25FD3090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11472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C30AEF0-47A4-0997-DF72-74ADCFC3D4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1EEC9-369D-459B-95FF-1102A77A3685}" type="datetimeFigureOut">
              <a:rPr lang="zh-CN" altLang="en-US" smtClean="0"/>
              <a:t>2026/2/24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311B701-AACA-D43C-62B3-93065C09EA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854C9BD-0D9F-7963-D3BD-3F68E796C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BA35B-706C-466E-8690-7D25FD3090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13784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A190F2-0D61-7C61-5006-CF9716ED2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950E51B-55E2-2376-8D88-B8421794BA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6198BB0-5589-60E5-F65A-EDEF5106A0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4F05C6B-DF86-2E41-4085-A4ED82519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1EEC9-369D-459B-95FF-1102A77A3685}" type="datetimeFigureOut">
              <a:rPr lang="zh-CN" altLang="en-US" smtClean="0"/>
              <a:t>2026/2/24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B32EBF5-DA1C-0BA6-50F7-55D926B85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A752FEF-6C87-71A6-FA77-FD174C0CC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BA35B-706C-466E-8690-7D25FD3090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4832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5C34BD-5BCA-1DC2-AB7E-9F9C208980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2AAC303-52EE-80FA-29DA-8DF2966447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4A9C229-BA2C-36AF-17DD-FD221C268B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CA92F59-3A64-8D99-82B8-F0085015BB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1EEC9-369D-459B-95FF-1102A77A3685}" type="datetimeFigureOut">
              <a:rPr lang="zh-CN" altLang="en-US" smtClean="0"/>
              <a:t>2026/2/24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3ACE4FA-8449-2038-3D2E-526DA8ACA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37BF16C-6874-D461-BF9C-EB60D4E2C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BA35B-706C-466E-8690-7D25FD3090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02494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B06EB0-723D-4075-BAFF-02EB72236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FEF742B-658A-820C-94B1-69F03CBC32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29B8426-4EB6-B0DE-5BF5-7A048DD857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1EEC9-369D-459B-95FF-1102A77A3685}" type="datetimeFigureOut">
              <a:rPr lang="zh-CN" altLang="en-US" smtClean="0"/>
              <a:t>2026/2/24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0767837-66D1-2A72-56E0-0217E1AEF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07DA823-846E-615C-467B-F3CB59960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BA35B-706C-466E-8690-7D25FD3090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377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FF78DBF-DCBB-CC01-777C-79D4B4B32B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7E96AC4-ECD7-1389-7BA3-097FE303A5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584A437-ABFA-7286-BD00-CA144D3B3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1EEC9-369D-459B-95FF-1102A77A3685}" type="datetimeFigureOut">
              <a:rPr lang="zh-CN" altLang="en-US" smtClean="0"/>
              <a:t>2026/2/24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66E893-7171-6BBF-9B9E-496548BCA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54744B8-7AEF-59D4-43B0-508A95431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BA35B-706C-466E-8690-7D25FD3090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1256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AB28094-537D-401A-C046-5DA265225A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35DEB2C-A418-7A6E-3BB0-D0E0270D18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FC5E344-6925-A475-F6A4-B587EE8243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51EEC9-369D-459B-95FF-1102A77A3685}" type="datetimeFigureOut">
              <a:rPr lang="zh-CN" altLang="en-US" smtClean="0"/>
              <a:t>2026/2/24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5A8366-6B9E-C15C-F9D1-ED52C5F424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4BEDD38-5045-2B2D-68EF-CE407A4301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7BA35B-706C-466E-8690-7D25FD3090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48086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3">
            <a:extLst>
              <a:ext uri="{FF2B5EF4-FFF2-40B4-BE49-F238E27FC236}">
                <a16:creationId xmlns:a16="http://schemas.microsoft.com/office/drawing/2014/main" id="{A23ED050-9636-1269-8447-2710E9E4AA21}"/>
              </a:ext>
            </a:extLst>
          </p:cNvPr>
          <p:cNvSpPr/>
          <p:nvPr/>
        </p:nvSpPr>
        <p:spPr>
          <a:xfrm>
            <a:off x="161726" y="2845045"/>
            <a:ext cx="952500" cy="580292"/>
          </a:xfrm>
          <a:prstGeom prst="roundRect">
            <a:avLst/>
          </a:prstGeom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600" dirty="0"/>
              <a:t>源文件</a:t>
            </a:r>
            <a:r>
              <a:rPr lang="en-US" altLang="zh-CN" sz="1600" dirty="0" err="1"/>
              <a:t>file.c</a:t>
            </a:r>
            <a:endParaRPr lang="zh-CN" altLang="en-US" sz="1600" dirty="0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C3C4ADB6-D534-E51C-4DDC-D45A62131AF2}"/>
              </a:ext>
            </a:extLst>
          </p:cNvPr>
          <p:cNvSpPr/>
          <p:nvPr/>
        </p:nvSpPr>
        <p:spPr>
          <a:xfrm>
            <a:off x="2422707" y="2847820"/>
            <a:ext cx="1307015" cy="580292"/>
          </a:xfrm>
          <a:prstGeom prst="roundRect">
            <a:avLst/>
          </a:prstGeom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600" dirty="0"/>
              <a:t>预处理文件</a:t>
            </a:r>
            <a:endParaRPr lang="en-US" altLang="zh-CN" sz="1600" dirty="0"/>
          </a:p>
          <a:p>
            <a:pPr algn="ctr"/>
            <a:r>
              <a:rPr lang="en-US" altLang="zh-CN" sz="1600" dirty="0" err="1"/>
              <a:t>file.i</a:t>
            </a:r>
            <a:endParaRPr lang="en-US" altLang="zh-CN" sz="1600" dirty="0"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ECA52300-D3DE-E1CF-42E3-87BDBC1643A7}"/>
              </a:ext>
            </a:extLst>
          </p:cNvPr>
          <p:cNvSpPr/>
          <p:nvPr/>
        </p:nvSpPr>
        <p:spPr>
          <a:xfrm>
            <a:off x="5302081" y="2845045"/>
            <a:ext cx="1054382" cy="580292"/>
          </a:xfrm>
          <a:prstGeom prst="roundRect">
            <a:avLst/>
          </a:prstGeom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600" dirty="0"/>
              <a:t>汇编文件 </a:t>
            </a:r>
            <a:r>
              <a:rPr lang="en-US" altLang="zh-CN" sz="1600" dirty="0" err="1"/>
              <a:t>file.s</a:t>
            </a:r>
            <a:endParaRPr lang="en-US" altLang="zh-CN" sz="1600" dirty="0"/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DC2D1EAA-FB6C-382E-CB68-8CE9E3121F8D}"/>
              </a:ext>
            </a:extLst>
          </p:cNvPr>
          <p:cNvSpPr/>
          <p:nvPr/>
        </p:nvSpPr>
        <p:spPr>
          <a:xfrm>
            <a:off x="7214450" y="2848708"/>
            <a:ext cx="1054382" cy="580292"/>
          </a:xfrm>
          <a:prstGeom prst="roundRect">
            <a:avLst/>
          </a:prstGeom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600" dirty="0"/>
              <a:t>目标文件 </a:t>
            </a:r>
            <a:r>
              <a:rPr lang="en-US" altLang="zh-CN" sz="1600" dirty="0" err="1"/>
              <a:t>file.o</a:t>
            </a:r>
            <a:endParaRPr lang="en-US" altLang="zh-CN" sz="1600" dirty="0"/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8598DDAD-316F-1121-5C48-07D147F385FF}"/>
              </a:ext>
            </a:extLst>
          </p:cNvPr>
          <p:cNvSpPr/>
          <p:nvPr/>
        </p:nvSpPr>
        <p:spPr>
          <a:xfrm>
            <a:off x="10035105" y="2845045"/>
            <a:ext cx="1271675" cy="580292"/>
          </a:xfrm>
          <a:prstGeom prst="roundRect">
            <a:avLst/>
          </a:prstGeom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600" dirty="0"/>
              <a:t>可执行文件</a:t>
            </a:r>
          </a:p>
        </p:txBody>
      </p: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E7D38C4F-820A-010A-8B9F-A989F68F23CB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>
            <a:off x="1114226" y="3135191"/>
            <a:ext cx="1308481" cy="277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BA2BC8E1-B614-18E2-6D3C-58DDB87B2BFD}"/>
              </a:ext>
            </a:extLst>
          </p:cNvPr>
          <p:cNvCxnSpPr>
            <a:cxnSpLocks/>
            <a:stCxn id="5" idx="3"/>
            <a:endCxn id="8" idx="1"/>
          </p:cNvCxnSpPr>
          <p:nvPr/>
        </p:nvCxnSpPr>
        <p:spPr>
          <a:xfrm flipV="1">
            <a:off x="3729722" y="3135191"/>
            <a:ext cx="1572359" cy="277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6F5F0989-FABD-7BAC-8119-F5F460372782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>
            <a:off x="6356463" y="3135191"/>
            <a:ext cx="857987" cy="366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FF8B2F4F-242A-964A-10B6-833ADA93C3C7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 flipV="1">
            <a:off x="8268832" y="3135191"/>
            <a:ext cx="1766273" cy="366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8" name="文本框 37">
            <a:extLst>
              <a:ext uri="{FF2B5EF4-FFF2-40B4-BE49-F238E27FC236}">
                <a16:creationId xmlns:a16="http://schemas.microsoft.com/office/drawing/2014/main" id="{5C8CF14A-702F-488B-7422-F83F2A7FC422}"/>
              </a:ext>
            </a:extLst>
          </p:cNvPr>
          <p:cNvSpPr txBox="1"/>
          <p:nvPr/>
        </p:nvSpPr>
        <p:spPr>
          <a:xfrm>
            <a:off x="1060442" y="2882877"/>
            <a:ext cx="1454244" cy="5046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latinLnBrk="1">
              <a:lnSpc>
                <a:spcPts val="1650"/>
              </a:lnSpc>
            </a:pPr>
            <a:r>
              <a:rPr lang="zh-CN" altLang="en-US" sz="900" dirty="0"/>
              <a:t>预处理</a:t>
            </a:r>
            <a:endParaRPr lang="en-US" altLang="zh-CN" sz="900" dirty="0"/>
          </a:p>
          <a:p>
            <a:pPr algn="ctr" latinLnBrk="1">
              <a:lnSpc>
                <a:spcPts val="1650"/>
              </a:lnSpc>
            </a:pPr>
            <a:r>
              <a:rPr lang="zh-CN" altLang="en-US" sz="900" dirty="0"/>
              <a:t>处理宏、头文件、注释等</a:t>
            </a: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E473D23B-EF66-E52C-D6DB-4646FD11012B}"/>
              </a:ext>
            </a:extLst>
          </p:cNvPr>
          <p:cNvSpPr txBox="1"/>
          <p:nvPr/>
        </p:nvSpPr>
        <p:spPr>
          <a:xfrm>
            <a:off x="3636851" y="2864648"/>
            <a:ext cx="1791855" cy="5046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latinLnBrk="1">
              <a:lnSpc>
                <a:spcPts val="1650"/>
              </a:lnSpc>
              <a:buNone/>
            </a:pPr>
            <a:r>
              <a:rPr lang="zh-CN" altLang="en-US" sz="900" dirty="0"/>
              <a:t>编译</a:t>
            </a:r>
            <a:endParaRPr lang="en-US" altLang="zh-CN" sz="900" dirty="0"/>
          </a:p>
          <a:p>
            <a:pPr algn="ctr" latinLnBrk="1">
              <a:lnSpc>
                <a:spcPts val="1650"/>
              </a:lnSpc>
              <a:buNone/>
            </a:pPr>
            <a:r>
              <a:rPr lang="zh-CN" altLang="en-US" sz="900" dirty="0"/>
              <a:t>词法、语法、语义分析 </a:t>
            </a:r>
            <a:r>
              <a:rPr lang="en-US" altLang="zh-CN" sz="900" dirty="0"/>
              <a:t>+ </a:t>
            </a:r>
            <a:r>
              <a:rPr lang="zh-CN" altLang="en-US" sz="900" dirty="0"/>
              <a:t>优化</a:t>
            </a: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BB268A85-4885-E015-C542-D99FF3C00554}"/>
              </a:ext>
            </a:extLst>
          </p:cNvPr>
          <p:cNvSpPr txBox="1"/>
          <p:nvPr/>
        </p:nvSpPr>
        <p:spPr>
          <a:xfrm>
            <a:off x="6286693" y="2864893"/>
            <a:ext cx="997527" cy="5046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latinLnBrk="1">
              <a:lnSpc>
                <a:spcPts val="1650"/>
              </a:lnSpc>
              <a:buNone/>
            </a:pPr>
            <a:r>
              <a:rPr lang="zh-CN" altLang="en-US" sz="900" dirty="0"/>
              <a:t>汇编</a:t>
            </a:r>
            <a:endParaRPr lang="en-US" altLang="zh-CN" sz="900" dirty="0"/>
          </a:p>
          <a:p>
            <a:pPr algn="ctr" latinLnBrk="1">
              <a:lnSpc>
                <a:spcPts val="1650"/>
              </a:lnSpc>
              <a:buNone/>
            </a:pPr>
            <a:r>
              <a:rPr lang="zh-CN" altLang="en-US" sz="900" dirty="0"/>
              <a:t>翻译为机器指令</a:t>
            </a: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5F8C18F9-EFC3-BFCC-4316-5A402E16CB33}"/>
              </a:ext>
            </a:extLst>
          </p:cNvPr>
          <p:cNvSpPr txBox="1"/>
          <p:nvPr/>
        </p:nvSpPr>
        <p:spPr>
          <a:xfrm>
            <a:off x="8199062" y="2874129"/>
            <a:ext cx="1939636" cy="5046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latinLnBrk="1">
              <a:lnSpc>
                <a:spcPts val="1650"/>
              </a:lnSpc>
              <a:buNone/>
            </a:pPr>
            <a:r>
              <a:rPr lang="zh-CN" altLang="en-US" sz="900" dirty="0"/>
              <a:t>链接</a:t>
            </a:r>
            <a:endParaRPr lang="en-US" altLang="zh-CN" sz="900" dirty="0"/>
          </a:p>
          <a:p>
            <a:pPr algn="ctr" latinLnBrk="1">
              <a:lnSpc>
                <a:spcPts val="1650"/>
              </a:lnSpc>
              <a:buNone/>
            </a:pPr>
            <a:r>
              <a:rPr lang="zh-CN" altLang="en-US" sz="900" dirty="0"/>
              <a:t>合并目标文件、解析符号、重定位</a:t>
            </a:r>
          </a:p>
        </p:txBody>
      </p:sp>
    </p:spTree>
    <p:extLst>
      <p:ext uri="{BB962C8B-B14F-4D97-AF65-F5344CB8AC3E}">
        <p14:creationId xmlns:p14="http://schemas.microsoft.com/office/powerpoint/2010/main" val="37055882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</Words>
  <Application>Microsoft Office PowerPoint</Application>
  <PresentationFormat>宽屏</PresentationFormat>
  <Paragraphs>14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yaoxin guo</dc:creator>
  <cp:lastModifiedBy>yaoxin guo</cp:lastModifiedBy>
  <cp:revision>1</cp:revision>
  <dcterms:created xsi:type="dcterms:W3CDTF">2026-02-24T07:10:51Z</dcterms:created>
  <dcterms:modified xsi:type="dcterms:W3CDTF">2026-02-24T07:11:24Z</dcterms:modified>
</cp:coreProperties>
</file>